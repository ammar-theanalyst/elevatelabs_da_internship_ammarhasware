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9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6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1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8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1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7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7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85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93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5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5078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78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3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6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909D4-CF84-406F-A46F-1CA64FA9657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7FF18FC-01B1-4A6E-B260-4A124661B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0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Intern: </a:t>
            </a:r>
            <a:r>
              <a:rPr lang="en-US" i="1" dirty="0" smtClean="0"/>
              <a:t>Ammar </a:t>
            </a:r>
            <a:r>
              <a:rPr lang="en-US" i="1" dirty="0" err="1" smtClean="0"/>
              <a:t>Hasware</a:t>
            </a:r>
            <a:endParaRPr lang="en-US" i="1" dirty="0" smtClean="0"/>
          </a:p>
          <a:p>
            <a:r>
              <a:rPr lang="en-US" dirty="0" smtClean="0"/>
              <a:t>Dataset: sales_datasample.csv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8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Objectives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sales and profit performance</a:t>
            </a:r>
          </a:p>
          <a:p>
            <a:r>
              <a:rPr lang="en-US" dirty="0" smtClean="0"/>
              <a:t>Identify top-performing categories</a:t>
            </a:r>
          </a:p>
          <a:p>
            <a:r>
              <a:rPr lang="en-US" dirty="0" smtClean="0"/>
              <a:t>Understand sales trends</a:t>
            </a:r>
          </a:p>
          <a:p>
            <a:r>
              <a:rPr lang="en-US" dirty="0" smtClean="0"/>
              <a:t>Choose right KPIs (Sales, Profit, Growth)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5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2" y="619760"/>
            <a:ext cx="9601196" cy="132418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Dashboard Overview</a:t>
            </a:r>
            <a:endParaRPr lang="en-US" sz="36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97" y="1527385"/>
            <a:ext cx="10391606" cy="5126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190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700" dirty="0" smtClean="0"/>
              <a:t>No. of orders are 28.9 Million in which the total sales became 10 Million.</a:t>
            </a:r>
          </a:p>
          <a:p>
            <a:r>
              <a:rPr lang="en-US" sz="2700" dirty="0" smtClean="0"/>
              <a:t>Category of classic cars contributes the highest sales.</a:t>
            </a:r>
            <a:endParaRPr lang="en-US" sz="2700" dirty="0"/>
          </a:p>
          <a:p>
            <a:r>
              <a:rPr lang="en-US" sz="2700" dirty="0" smtClean="0"/>
              <a:t>Month of November shows strongest demand.</a:t>
            </a:r>
            <a:endParaRPr lang="en-US" sz="2700" dirty="0"/>
          </a:p>
          <a:p>
            <a:r>
              <a:rPr lang="en-US" sz="2700" dirty="0" smtClean="0"/>
              <a:t>Canada and USA have the most products sold.</a:t>
            </a:r>
            <a:endParaRPr lang="en-US" sz="2700" dirty="0"/>
          </a:p>
          <a:p>
            <a:r>
              <a:rPr lang="en-US" sz="2700" dirty="0" smtClean="0"/>
              <a:t>Trains have the lowest price range in overall categories.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28506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87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Condensed</vt:lpstr>
      <vt:lpstr>Century Gothic</vt:lpstr>
      <vt:lpstr>Wingdings 3</vt:lpstr>
      <vt:lpstr>Wisp</vt:lpstr>
      <vt:lpstr>Sales Performance Dashboard</vt:lpstr>
      <vt:lpstr>Objectives</vt:lpstr>
      <vt:lpstr>Dashboard Overview</vt:lpstr>
      <vt:lpstr>Key 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creator>Ammar</dc:creator>
  <cp:lastModifiedBy>Ammar</cp:lastModifiedBy>
  <cp:revision>4</cp:revision>
  <dcterms:created xsi:type="dcterms:W3CDTF">2025-11-18T11:19:27Z</dcterms:created>
  <dcterms:modified xsi:type="dcterms:W3CDTF">2025-11-18T11:40:40Z</dcterms:modified>
</cp:coreProperties>
</file>
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75" d="100"/>
          <a:sy n="75" d="100"/>
        </p:scale>
        <p:origin x="32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62C6C-8E36-4EB2-8665-372CD456AE3F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81E11-3380-49ED-9ADC-32DDDBFDB4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04058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62C6C-8E36-4EB2-8665-372CD456AE3F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81E11-3380-49ED-9ADC-32DDDBFDB4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5091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62C6C-8E36-4EB2-8665-372CD456AE3F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81E11-3380-49ED-9ADC-32DDDBFDB4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31872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62C6C-8E36-4EB2-8665-372CD456AE3F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81E11-3380-49ED-9ADC-32DDDBFDB4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29708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62C6C-8E36-4EB2-8665-372CD456AE3F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81E11-3380-49ED-9ADC-32DDDBFDB4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34004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62C6C-8E36-4EB2-8665-372CD456AE3F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81E11-3380-49ED-9ADC-32DDDBFDB4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9318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62C6C-8E36-4EB2-8665-372CD456AE3F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81E11-3380-49ED-9ADC-32DDDBFDB4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26797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62C6C-8E36-4EB2-8665-372CD456AE3F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81E11-3380-49ED-9ADC-32DDDBFDB4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16842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62C6C-8E36-4EB2-8665-372CD456AE3F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81E11-3380-49ED-9ADC-32DDDBFDB4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0731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62C6C-8E36-4EB2-8665-372CD456AE3F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81E11-3380-49ED-9ADC-32DDDBFDB4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67808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62C6C-8E36-4EB2-8665-372CD456AE3F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81E11-3380-49ED-9ADC-32DDDBFDB4F8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985340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62C6C-8E36-4EB2-8665-372CD456AE3F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81E11-3380-49ED-9ADC-32DDDBFDB4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37971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62C6C-8E36-4EB2-8665-372CD456AE3F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81E11-3380-49ED-9ADC-32DDDBFDB4F8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081472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62C6C-8E36-4EB2-8665-372CD456AE3F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81E11-3380-49ED-9ADC-32DDDBFDB4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98820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62C6C-8E36-4EB2-8665-372CD456AE3F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81E11-3380-49ED-9ADC-32DDDBFDB4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416675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62C6C-8E36-4EB2-8665-372CD456AE3F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81E11-3380-49ED-9ADC-32DDDBFDB4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94287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562C6C-8E36-4EB2-8665-372CD456AE3F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00081E11-3380-49ED-9ADC-32DDDBFDB4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3083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Sales Performance Executive Summary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Intern: </a:t>
            </a:r>
            <a:r>
              <a:rPr lang="en-US" i="1" dirty="0" smtClean="0"/>
              <a:t>Ammar </a:t>
            </a:r>
            <a:r>
              <a:rPr lang="en-US" i="1" dirty="0" err="1" smtClean="0"/>
              <a:t>Hasware</a:t>
            </a:r>
            <a:endParaRPr lang="en-US" i="1" dirty="0" smtClean="0"/>
          </a:p>
          <a:p>
            <a:r>
              <a:rPr lang="en-US" dirty="0" smtClean="0"/>
              <a:t>Dataset: sales_data_sample.csv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60592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Key Insights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Strong Sales Growth &amp; Seasonal Patterns</a:t>
            </a:r>
          </a:p>
          <a:p>
            <a:pPr marL="0" indent="0">
              <a:buNone/>
            </a:pPr>
            <a:r>
              <a:rPr lang="en-US" dirty="0" smtClean="0"/>
              <a:t>	- Sales increased significantly from 2011–2014.</a:t>
            </a:r>
          </a:p>
          <a:p>
            <a:pPr marL="0" indent="0">
              <a:buNone/>
            </a:pPr>
            <a:r>
              <a:rPr lang="en-US" dirty="0" smtClean="0"/>
              <a:t>	- Recurring mid-year peaks highlight seasonal demand.</a:t>
            </a:r>
          </a:p>
          <a:p>
            <a:r>
              <a:rPr lang="en-US" dirty="0" smtClean="0"/>
              <a:t>Regional Sales Concentration</a:t>
            </a:r>
            <a:br>
              <a:rPr lang="en-US" dirty="0" smtClean="0"/>
            </a:br>
            <a:r>
              <a:rPr lang="en-US" dirty="0" smtClean="0"/>
              <a:t>	- Central, South, and North regions lead revenue.</a:t>
            </a:r>
            <a:br>
              <a:rPr lang="en-US" dirty="0" smtClean="0"/>
            </a:br>
            <a:r>
              <a:rPr lang="en-US" dirty="0" smtClean="0"/>
              <a:t>	- Expansion opportunities in lower-performing regions.</a:t>
            </a:r>
          </a:p>
          <a:p>
            <a:r>
              <a:rPr lang="en-US" dirty="0" smtClean="0"/>
              <a:t>Technology Dominates Revenue Share</a:t>
            </a:r>
            <a:br>
              <a:rPr lang="en-US" dirty="0" smtClean="0"/>
            </a:br>
            <a:r>
              <a:rPr lang="en-US" dirty="0" smtClean="0"/>
              <a:t>	- Technology category accounts for the largest share of sales.</a:t>
            </a:r>
            <a:br>
              <a:rPr lang="en-US" dirty="0" smtClean="0"/>
            </a:br>
            <a:r>
              <a:rPr lang="en-US" dirty="0" smtClean="0"/>
              <a:t>	- Strategic potential in product and marketing focus.</a:t>
            </a:r>
          </a:p>
          <a:p>
            <a:r>
              <a:rPr lang="en-US" dirty="0" smtClean="0"/>
              <a:t>Shipping Profitability Variation</a:t>
            </a:r>
            <a:br>
              <a:rPr lang="en-US" dirty="0" smtClean="0"/>
            </a:br>
            <a:r>
              <a:rPr lang="en-US" dirty="0" smtClean="0"/>
              <a:t>	- Standard Class yields the highest profit.</a:t>
            </a:r>
            <a:br>
              <a:rPr lang="en-US" dirty="0" smtClean="0"/>
            </a:br>
            <a:r>
              <a:rPr lang="en-US" dirty="0" smtClean="0"/>
              <a:t>	- Same Day shipping contributes minimal profit.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13557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</TotalTime>
  <Words>19</Words>
  <Application>Microsoft Office PowerPoint</Application>
  <PresentationFormat>Widescreen</PresentationFormat>
  <Paragraphs>10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Trebuchet MS</vt:lpstr>
      <vt:lpstr>Wingdings 3</vt:lpstr>
      <vt:lpstr>Facet</vt:lpstr>
      <vt:lpstr>Sales Performance Executive Summary</vt:lpstr>
      <vt:lpstr>Key Insights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Sales Performance Executive Summary</dc:title>
  <dc:creator>Ammar</dc:creator>
  <cp:lastModifiedBy>Ammar</cp:lastModifiedBy>
  <cp:revision>1</cp:revision>
  <dcterms:created xsi:type="dcterms:W3CDTF">2025-11-25T09:37:36Z</dcterms:created>
  <dcterms:modified xsi:type="dcterms:W3CDTF">2025-11-25T09:39:03Z</dcterms:modified>
</cp:coreProperties>
</file>